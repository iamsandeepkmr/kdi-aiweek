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85888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LLMs &amp; Context Engineering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582509" y="2909888"/>
            <a:ext cx="39789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Text-Only to Vision, Audio, Video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55141" y="3557588"/>
            <a:ext cx="36337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for Developers • Feb 6-7, 2026 • 1.5 Hour Module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Multimodal LLMs?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Models: GPT-4V, Claude 3.5, Gemini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 Fundamentals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Patterns: Good vs Bad (10+ Examples)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Prompts &amp; Few-Shot Learning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Multimodal LLMs?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Text: Processing Multiple Input Types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+ Image: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Analyze charts, photos, documents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+ Audio: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Transcribe, summarize conversations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+ Video: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Understand scenes, extract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Document analysis, accessibility, creative workflows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pplx-res.cloudinary.com/image/upload/v1764507785/search_images/698bfa76de638e4760823ca47f35bef2f5ab8e6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320" y="707231"/>
            <a:ext cx="5547360" cy="40167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59842" y="67152"/>
            <a:ext cx="44242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AI Architecture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613781" y="4876384"/>
            <a:ext cx="3916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Text, image, audio inputs → Unified embeddings → Single model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7924800" cy="8915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41220"/>
            <a:ext cx="7924800" cy="8915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32761"/>
            <a:ext cx="7924800" cy="8915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Multimodal Models (2026)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GPT-4V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8200" y="1706880"/>
            <a:ext cx="7616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 image understanding, creative tasks, diverse data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369820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3.5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38200" y="2598420"/>
            <a:ext cx="7616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analysis, PDFs, charts, technical precision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261361"/>
            <a:ext cx="7616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38200" y="3489961"/>
            <a:ext cx="7616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Native multimodal, real-time video, audio integration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GPT-4V: Vision Capabilities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Open-ended vision-language tasks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Image captioning, visual Q&amp;A, meme interpretation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OpenAI integration, straightforward for existing users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Less precise in highly technical domains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3.5: Document Intelligence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Specialization: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Structured visual content (PDFs, charts)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Business docs, financial reports, technical diagrams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77.2% SWE-bench Verified (coding + docs)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Less versatile for creative visual tasks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2.0: Native Multimodal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Text, image, audio, video from ground up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Process multimodal inputs during conversations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2M+ token window (longest in 2026)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Collaborative workflows, temporal understanding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Context Engineering?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Crafting the Information Architecture of Prompts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Designing how information is structured &amp; presented to LLMs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Clear intent, reduced ambiguity, better outputs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System prompts, examples, constraints, formatting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Principles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 Ambiguity: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 explicit, not vague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 Examples: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Few-shot learning (2-5 examples)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Output: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Specify format (JSON, Markdown, lists)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Boundaries: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Define what NOT to do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801588"/>
          </a:xfrm>
          <a:prstGeom prst="rect">
            <a:avLst/>
          </a:prstGeom>
          <a:solidFill>
            <a:srgbClr val="7F1D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Prompt Example #1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82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Vague Request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127470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clear steps, tools undefined, output format missing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462980"/>
          </a:xfrm>
          <a:prstGeom prst="rect">
            <a:avLst/>
          </a:prstGeom>
          <a:solidFill>
            <a:srgbClr val="14532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Prompt Example #1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82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Explicit Instructions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801588"/>
          </a:xfrm>
          <a:prstGeom prst="rect">
            <a:avLst/>
          </a:prstGeom>
          <a:solidFill>
            <a:srgbClr val="7F1D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Prompt Example #2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82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Underspecified Context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127470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language, no input/output types, no error handling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409700"/>
          </a:xfrm>
          <a:prstGeom prst="rect">
            <a:avLst/>
          </a:prstGeom>
          <a:solidFill>
            <a:srgbClr val="14532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Prompt Example #2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82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Idiomatic Style Specified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993577"/>
          </a:xfrm>
          <a:prstGeom prst="rect">
            <a:avLst/>
          </a:prstGeom>
          <a:solidFill>
            <a:srgbClr val="7F1D1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Bad Prompt Example #3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82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C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Mixing Concerns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319458"/>
            <a:ext cx="808329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</a:t>
            </a:r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Three unrelated tasks → model confused about priority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153597"/>
          </a:xfrm>
          <a:prstGeom prst="rect">
            <a:avLst/>
          </a:prstGeom>
          <a:solidFill>
            <a:srgbClr val="14532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Prompt Example #3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82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Single Task Focus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631877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Then: Create separate prompts for translation and quiz generation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Prompts: Setting Agent Behavior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Persistent Instructions Across Conversation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Define role, tone, constraints globally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"You are a Python expert. Always use type hints."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Applies to all user messages in session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1654731"/>
          </a:xfrm>
          <a:prstGeom prst="rect">
            <a:avLst/>
          </a:prstGeom>
          <a:solidFill>
            <a:srgbClr val="14532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Prompt Example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00100" y="1325882"/>
            <a:ext cx="77335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Agentic System Prompt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 Learning: Teaching by Example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2-5 Examples = Powerful Pattern Recognition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Zero-shot: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examples (relies on pretrained knowledge)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2-5 input-output pairs guide behavior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 diverse, canonical examples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2800648"/>
          </a:xfrm>
          <a:prstGeom prst="rect">
            <a:avLst/>
          </a:prstGeom>
          <a:solidFill>
            <a:srgbClr val="14532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Few-Shot Prompt Example</a:t>
            </a:r>
            <a:endParaRPr lang="en-US" sz="2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Outputs: JSON, Markdown, Tables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API responses, structured data extraction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Markdown: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documentation, formatted 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comparisons, data grids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Specify exact schema in prompt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2"/>
            <a:ext cx="7924800" cy="2608659"/>
          </a:xfrm>
          <a:prstGeom prst="rect">
            <a:avLst/>
          </a:prstGeom>
          <a:solidFill>
            <a:srgbClr val="14532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Output Example</a:t>
            </a:r>
            <a:endParaRPr lang="en-US" sz="2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Guardrails: What NOT to Do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 Constraints: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"Never include personal opinions"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Length Limits: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"Keep response under 200 words"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Filters: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"Avoid technical jargon, explain simply"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"Do not generate harmful or biased content"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Anti-Patterns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Vague asks: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"Make it better" (no criteria)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Underspecified: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Missing format, length, style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Mixing concerns: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Multiple unrelated tasks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Edge case laundry list: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Stuffing all exceptions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Context Windows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Working Memory Budget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68783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Long conversations = context overflow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1: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Summarize and compress periodically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2: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RAG to retrieve relevant chunks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Auto-compresses history + recent files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RAG: Retrieval-Augmented Generation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Fetch relevant docs from vector DB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Top-k results into prompt context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Grounded answers without retraining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LangChain, LlamaIndex, Chroma, FAISS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= Text + Image + Audio + Video (2026 standard)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engineering = Information architecture for prompts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prompts: Explicit, structured, example-driven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Avoid: Vague asks, mixed concerns, edge case overload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49206" y="1537339"/>
            <a:ext cx="46455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Exercise (15 min)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696301" y="2253621"/>
            <a:ext cx="375139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 a bad prompt into a good prompt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59148" y="2691771"/>
            <a:ext cx="362570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Practice: Express route middleware generation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47179" y="3406146"/>
            <a:ext cx="24496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Repo: context-engineering-examples.md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2026-02-04T23:00:08Z</dcterms:created>
  <dcterms:modified xsi:type="dcterms:W3CDTF">2026-02-04T23:00:08Z</dcterms:modified>
</cp:coreProperties>
</file>