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399" y="1728788"/>
            <a:ext cx="64771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Mastery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14993" y="2566988"/>
            <a:ext cx="5314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Basics to Advanced Debugging &amp; Refactoring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06017" y="3214688"/>
            <a:ext cx="3731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for Developers • Feb 6-7, 2026 • Combined Module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Basics &amp; Setup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Features: Autocomplete, Chat, Slash Commands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with Copilot: Stack Traces &amp; Fixes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Incremental Refactoring Strategies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GitHub Copilot?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AI Pair Programmer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Completion: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Suggests lines &amp; blocks as you type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Interface: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Ask questions, get explanations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Context-Aware: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Understands your codebase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Multi-Language: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Python, JS, TS, Go, Java, C#, more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8801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29790"/>
            <a:ext cx="7924800" cy="8801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09900"/>
            <a:ext cx="7924800" cy="8801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Editions (2026)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Individual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8200" y="1706881"/>
            <a:ext cx="761695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$10/month, autocomplete + chat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35839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Business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586990"/>
            <a:ext cx="761695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$19/user, org policies, audit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323850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Enterprise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8200" y="3467100"/>
            <a:ext cx="761695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$39/user, custom models, docs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&amp; Installation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Install "GitHub Copilot" extension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JetBrains: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Plugin available for IntelliJ, PyCharm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gh copilot for terminal assistance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Feature: Autocomplete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Suggestions as You Type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Start typing, Copilot suggests rest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Tab to accept full suggestion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Alt+] / Alt+[ to cycle options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Autocomplete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3678794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Tab to accept, or keep typing to refine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Comment-Driven Development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Intent, Copilot Writes Code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descriptive comment of what you need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generates implementation below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for functions, classes, logic blocks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Comment-Driven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3678794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infers from comment intent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Feature: Copilot Chat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Questions, Get Explanations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Persistent chat panel in VS Code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Chat: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Cmd+I (Mac) / Ctrl+I (Win)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Sees open files, selected code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Prompts That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"Explain this function in simple terms"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does this error mean?"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"Suggest optimizations for this loop"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"Write unit tests for selected code"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Slash Commands in Chat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Workflows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/explain: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Explain selected code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/fix: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Suggest fixes for bugs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Generate test cases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/doc: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Write documentation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/explain Command Example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/fix Command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02014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identifies edge case and adds guard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with Copilot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Stack Trace to Fix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Errors: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Copy stack trace into chat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Copilot sees related code files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Explains what went wrong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Suggestion: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Proposes code changes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 Example: Stack Trace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Context: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Share relevant code + error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Why: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"Why does this fail when X?"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Tests: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"Write test to reproduce bug"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Fixes: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Always review suggested changes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Incremental Refactoring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Code Gradually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Functions: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"Extract this block to a function"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Modernize: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"Convert to async/await"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Safety: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"Add TypeScript types"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"Simplify this nested logic"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Refactor: Extract Function</a:t>
            </a:r>
            <a:endParaRPr lang="en-US" sz="2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Refactor: Callback → Async/Await</a:t>
            </a:r>
            <a:endParaRPr lang="en-US" sz="2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Refactor: Add TypeScript Types</a:t>
            </a:r>
            <a:endParaRPr lang="en-US" sz="2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9768" y="1729746"/>
            <a:ext cx="501194" cy="224790"/>
          </a:xfrm>
          <a:prstGeom prst="roundRect">
            <a:avLst>
              <a:gd name="adj" fmla="val 81356"/>
            </a:avLst>
          </a:prstGeom>
          <a:solidFill>
            <a:srgbClr val="38BDF8">
              <a:alpha val="20000"/>
            </a:srgbClr>
          </a:solidFill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Tests with Copilot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Slash Command: /tests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8783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function, run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generates unit test suite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 happy path + edge cases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with Jest, Mocha, PyTest, etc.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Generation Example</a:t>
            </a:r>
            <a:endParaRPr lang="en-US" sz="2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Docs with /doc</a:t>
            </a:r>
            <a:endParaRPr lang="en-US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Copilot Tips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Files: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 related files for better suggestions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 Matters: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Descriptive names = better completions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Reject, refine prompt, try again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but Verify: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Always review generated code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CLI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Assistance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copilot explain: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Explain shell commands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copilot suggest: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Generate commands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CLI Examples</a:t>
            </a:r>
            <a:endParaRPr lang="en-US" sz="2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Pitfalls to Avoid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Acceptance: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Don't Tab without reading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Review for API keys, secrets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Generated code needs tests too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Over-Reliance: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Balance AI help with learning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8801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29796"/>
            <a:ext cx="7924800" cy="8801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09900"/>
            <a:ext cx="7924800" cy="8801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Productivity Impact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2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55% Faster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8200" y="1706882"/>
            <a:ext cx="761695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completion (GitHub study)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358396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46% Acceptance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586996"/>
            <a:ext cx="761695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suggestion rate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323850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88% More Productive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8200" y="3467100"/>
            <a:ext cx="761695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self-reported feel</a:t>
            </a:r>
            <a:endParaRPr lang="en-US" sz="10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Lab: Copilot Workflows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You'll Practice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4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Copilot in your editor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autocomplete for rapid prototyping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 errors with /fix command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 legacy code incrementally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9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= Autocomplete + Chat + Context awareness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Slash commands structure complex workflows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 for debugging, refactoring, testing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all suggestions before accepting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1824" y="1856426"/>
            <a:ext cx="476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Code with Copilot?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170782" y="2572699"/>
            <a:ext cx="28024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jump into the hands-on lab!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27618" y="3087049"/>
            <a:ext cx="26887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Live Copilot Workflows with Real Code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2026-02-06T02:31:05Z</dcterms:created>
  <dcterms:modified xsi:type="dcterms:W3CDTF">2026-02-06T02:31:05Z</dcterms:modified>
</cp:coreProperties>
</file>